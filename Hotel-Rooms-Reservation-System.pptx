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34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368748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Hotel Rooms Reservation System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281488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Designing a flexible reservation platform for hotels of all categories — from three-star to five-star — that manages inventory, pricing, and guest requirements while integrating with hotel managers' operational needs.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7817" y="681038"/>
            <a:ext cx="6723578" cy="615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the System Must Solve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47817" y="1664494"/>
            <a:ext cx="3587829" cy="3404711"/>
          </a:xfrm>
          <a:prstGeom prst="roundRect">
            <a:avLst>
              <a:gd name="adj" fmla="val 3036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09159" y="1925836"/>
            <a:ext cx="3065145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Room Categorization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09159" y="2842141"/>
            <a:ext cx="3065145" cy="19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 multiple hotel classes (5★, 4★, 3★, boutique). Define room types, amenities, and rate plans per category.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034" y="1664494"/>
            <a:ext cx="3587948" cy="3404711"/>
          </a:xfrm>
          <a:prstGeom prst="roundRect">
            <a:avLst>
              <a:gd name="adj" fmla="val 3036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2377" y="1925836"/>
            <a:ext cx="3065264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Dynamic Pricing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42377" y="2457569"/>
            <a:ext cx="3065264" cy="19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Rules for seasonal rates, weekend/weekday differentials, promotions, and occupancy-based price adjustments.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47817" y="5314593"/>
            <a:ext cx="7421166" cy="2233851"/>
          </a:xfrm>
          <a:prstGeom prst="roundRect">
            <a:avLst>
              <a:gd name="adj" fmla="val 462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9159" y="5575935"/>
            <a:ext cx="3498890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Inventory &amp; Availability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09159" y="6107668"/>
            <a:ext cx="6898481" cy="117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room status (available, blocked, housekeeping) with seamless updates across channels and front-desk tools.</a:t>
            </a:r>
            <a:endParaRPr lang="en-US" sz="1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AC971-4D7F-413A-804D-B37B8785FD24}"/>
              </a:ext>
            </a:extLst>
          </p:cNvPr>
          <p:cNvSpPr/>
          <p:nvPr/>
        </p:nvSpPr>
        <p:spPr>
          <a:xfrm>
            <a:off x="12824750" y="7793832"/>
            <a:ext cx="1805650" cy="43576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745" y="644128"/>
            <a:ext cx="7782401" cy="58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Features &amp; Manager Workflow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45" y="1813084"/>
            <a:ext cx="4175284" cy="5567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4149" y="3080861"/>
            <a:ext cx="8244007" cy="315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Manager-driven room configuration: define room classes, assign rates, set policies.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Group bookings and corporate accounts: block rooms, negotiated rates, contract terms.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 charges and taxation: attach extras (breakfast, spa) and apply local taxes automatically.</a:t>
            </a:r>
            <a:endParaRPr lang="en-US" sz="18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Reporting &amp; alerts: occupancy forecasts, revenue dashboards, low-availability notifications.</a:t>
            </a:r>
            <a:endParaRPr lang="en-US" sz="1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D49ACC-AD49-4840-B533-105A7DF22667}"/>
              </a:ext>
            </a:extLst>
          </p:cNvPr>
          <p:cNvSpPr/>
          <p:nvPr/>
        </p:nvSpPr>
        <p:spPr>
          <a:xfrm>
            <a:off x="12709003" y="7766613"/>
            <a:ext cx="1805650" cy="31904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15478"/>
            <a:ext cx="7657624" cy="61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Guest Experience &amp; Distribution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026093"/>
            <a:ext cx="1187529" cy="1484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9819" y="3026093"/>
            <a:ext cx="2599253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Seamless Booking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359819" y="3945136"/>
            <a:ext cx="259925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 search by date, flexible rate filters, transparent fees, instant confirmation.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563" y="3026093"/>
            <a:ext cx="1187529" cy="1484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3583" y="3026093"/>
            <a:ext cx="2599253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Amenity-driven Choices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763583" y="3945136"/>
            <a:ext cx="2599253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Highlight amenities per room (suite with balcony, breakfast included) to guide selections.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328" y="3026093"/>
            <a:ext cx="1187529" cy="14843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348" y="3026093"/>
            <a:ext cx="2599253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Payments &amp; Policies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1167348" y="3945136"/>
            <a:ext cx="2599253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Multiple payment methods, pre-authorizations, clear cancellation and refund rules per rate plan.</a:t>
            </a:r>
            <a:endParaRPr lang="en-US" sz="19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CE8EC3-5F09-4391-A779-197C90B7B7C3}"/>
              </a:ext>
            </a:extLst>
          </p:cNvPr>
          <p:cNvSpPr/>
          <p:nvPr/>
        </p:nvSpPr>
        <p:spPr>
          <a:xfrm>
            <a:off x="12697428" y="7731889"/>
            <a:ext cx="1932972" cy="49771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336" y="785336"/>
            <a:ext cx="7403068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Integration, Security &amp; Operations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5336" y="1835587"/>
            <a:ext cx="4215051" cy="1027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Integrations and compliance form the backbone of a production-ready reservation system: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5336" y="3047048"/>
            <a:ext cx="4215051" cy="432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Channel manager &amp; OTA connections (real-time sync to avoid double-booking).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PMS and payment gateway integrations with PCI-DSS compliance.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Role-based access: front desk, revenue manager, housekeeping dashboards.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Audit logs, backup, and disaster recovery to protect bookings and guest data.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456" y="2232660"/>
            <a:ext cx="8297108" cy="463093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088D0F-7718-4BC8-86D0-C588FB015F47}"/>
              </a:ext>
            </a:extLst>
          </p:cNvPr>
          <p:cNvSpPr/>
          <p:nvPr/>
        </p:nvSpPr>
        <p:spPr>
          <a:xfrm>
            <a:off x="12766876" y="7750017"/>
            <a:ext cx="1736202" cy="34068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0248" y="562927"/>
            <a:ext cx="5054560" cy="5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Implementation Roadmap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48" y="1389102"/>
            <a:ext cx="12569785" cy="551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39597" y="5478189"/>
            <a:ext cx="1899752" cy="34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39597" y="5915096"/>
            <a:ext cx="1899752" cy="49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design &amp; integrations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874659" y="5478189"/>
            <a:ext cx="1899752" cy="34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874659" y="5915096"/>
            <a:ext cx="1899752" cy="49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Rollout, measure and optimize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88584" y="1884666"/>
            <a:ext cx="1899752" cy="34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88584" y="2321573"/>
            <a:ext cx="1899752" cy="73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Manager interviews &amp; requirements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99458" y="1884666"/>
            <a:ext cx="1899752" cy="34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Pilot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99458" y="2321573"/>
            <a:ext cx="1899752" cy="49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Launch with one hotel category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30248" y="7085886"/>
            <a:ext cx="12569785" cy="58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 with close collaboration with hotel managers to capture rules and expectations, then move to phased deployment (pilot → scale) while continuously measuring occupancy and revenue impact.</a:t>
            </a:r>
            <a:endParaRPr lang="en-US" sz="15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8D8C16-642A-4E5D-A312-BDEF51F13E0F}"/>
              </a:ext>
            </a:extLst>
          </p:cNvPr>
          <p:cNvSpPr/>
          <p:nvPr/>
        </p:nvSpPr>
        <p:spPr>
          <a:xfrm>
            <a:off x="12535382" y="7666673"/>
            <a:ext cx="2095018" cy="47033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77403"/>
            <a:ext cx="5452348" cy="61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Success Metrics &amp; KPIs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3311366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80%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047631" y="4434245"/>
            <a:ext cx="372760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Occupancy Improvement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3798" y="4967764"/>
            <a:ext cx="4095274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 uplift in peak-season occupancy through smart pricing and distribution.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67563" y="3311366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772507" y="443424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ADR Growth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67563" y="4967764"/>
            <a:ext cx="4095274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Increase in Average Daily Rate via optimized rate plans and upsells.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71328" y="3311366"/>
            <a:ext cx="40952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9864566" y="4434245"/>
            <a:ext cx="370879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Booking Time Reduction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71328" y="4967764"/>
            <a:ext cx="4095274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Faster check-out and booking flows for staff and guests.</a:t>
            </a:r>
            <a:endParaRPr lang="en-US" sz="19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33834B-0ECC-427E-8C25-A5D9B97A731D}"/>
              </a:ext>
            </a:extLst>
          </p:cNvPr>
          <p:cNvSpPr/>
          <p:nvPr/>
        </p:nvSpPr>
        <p:spPr>
          <a:xfrm>
            <a:off x="12500658" y="7535119"/>
            <a:ext cx="2129742" cy="69448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473" y="1269683"/>
            <a:ext cx="4214574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 Steps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37473" y="2066330"/>
            <a:ext cx="3744516" cy="2170509"/>
          </a:xfrm>
          <a:prstGeom prst="roundRect">
            <a:avLst>
              <a:gd name="adj" fmla="val 4078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0955" y="2299811"/>
            <a:ext cx="327755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Workshop with hotel managers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70955" y="3066098"/>
            <a:ext cx="3277553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Collect detailed category rules, preferred rate plans, and operational constraints.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61892" y="2066330"/>
            <a:ext cx="3744635" cy="2170509"/>
          </a:xfrm>
          <a:prstGeom prst="roundRect">
            <a:avLst>
              <a:gd name="adj" fmla="val 4078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5374" y="2299811"/>
            <a:ext cx="3277672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Technical design &amp; integrations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95374" y="3066098"/>
            <a:ext cx="3277672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Define APIs, channel mapping, and payment gateway choices.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7473" y="4416743"/>
            <a:ext cx="7669054" cy="1216462"/>
          </a:xfrm>
          <a:prstGeom prst="roundRect">
            <a:avLst>
              <a:gd name="adj" fmla="val 7276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0955" y="4650224"/>
            <a:ext cx="26341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Pilot &amp; measure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70955" y="5087303"/>
            <a:ext cx="7202091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Run a pilot with one hotel class, measure KPIs, iterate on pricing rules.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37473" y="5835491"/>
            <a:ext cx="7669054" cy="1124426"/>
          </a:xfrm>
          <a:prstGeom prst="roundRect">
            <a:avLst>
              <a:gd name="adj" fmla="val 7871"/>
            </a:avLst>
          </a:prstGeom>
          <a:solidFill>
            <a:srgbClr val="001D4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95" y="6143030"/>
            <a:ext cx="263366" cy="2106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22083" y="6068020"/>
            <a:ext cx="677382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theme color #609DFF for callouts and prioritize manager interviews to ensure the system fits real operations.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mohamed ashkar</cp:lastModifiedBy>
  <cp:revision>2</cp:revision>
  <dcterms:created xsi:type="dcterms:W3CDTF">2026-03-31T15:29:48Z</dcterms:created>
  <dcterms:modified xsi:type="dcterms:W3CDTF">2026-03-31T15:41:13Z</dcterms:modified>
</cp:coreProperties>
</file>